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3B82F6"/>
                </a:solidFill>
                <a:latin typeface="Arial"/>
              </a:defRPr>
            </a:pPr>
            <a:r>
              <a:t>🦴 BUG ARCHAEOLOGIST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  <a:latin typeface="Arial"/>
              </a:defRPr>
            </a:pPr>
            <a:r>
              <a:t>Git History Intelligence &amp; Software Defect Reconstruction Platform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Mining repository evolution via SZZ algorithm, AST parsing, and probabilistic risk scoring.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BUG ARCHAEOLOGIST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  <a:latin typeface="Arial"/>
              </a:defRPr>
            </a:pPr>
            <a:r>
              <a:t>The Challenge: Why Traditional Code Audits Fall Short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🔍 Static View Limitation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Traditional linters only evaluate current code snapshots.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They miss the historical context of how code reached its current state.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Cannot identify legacy commits that introduced silent bugs.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⏱️ Unknown Time-to-Fix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Teams rarely track how long defects remain undetected in main branches.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Lack of visibility into fix lead time and recurrence patterns.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High defect survival time increases cumulative technical debt.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⚠️ Hidden Refactoring Risk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High-complexity functions often accumulate hidden bug churn.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Refactoring decisions are made blindly without churn telemetry.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No automated score to prioritize risk-prone modules.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BUG ARCHAEOLOGIST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  <a:latin typeface="Arial"/>
              </a:defRPr>
            </a:pPr>
            <a:r>
              <a:t>The Solution: Historical Git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🕵️ SZZ Bug Tracing Algorithm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Mines git commit history &amp; diff line annotations.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Maps fix commits back to root bug-introducing commits.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Calculates precise Time-to-Fix (TTF)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🌳 AST Structural Analysis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Parses Python AST for deep code quality signals.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Measures cyclomatic complexity &amp; nesting depth.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Evaluates docstrings and error-handling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📊 Dynamic Health &amp; Risk Engine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Calculates 0-100 overall Repository Health Score.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Generates per-file &amp; per-function bug-proneness scores.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Highlights high-risk commits before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🖥️ Interactive Glassmorphism UI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Built with React 19, TypeScript, and Tailwind v4.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Visual analytics charts powered by Recharts.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Detailed commit and defect timeline drilldowns.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BUG ARCHAEOLOGIST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  <a:latin typeface="Arial"/>
              </a:defRPr>
            </a:pPr>
            <a:r>
              <a:t>Deep Dive: The SZZ Bug-Tracing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Step 1: Fix Identification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Inspects commit messages for fix keywords (e.g. 'fix', 'bug', 'patch').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Extracts deleted/modified code blocks in fix commits.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Filters out whitespace and comment-only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Step 2: Line Ancestry Blame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Executes Git blame on lines modified prior to fix.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Traces parent commits that authored deleted lines.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Filters out merge commits and formatting refactors.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Step 3: Defect Reconstruction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Flags candidate commit as bug-introducing.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Calculates Time-to-Fix (TTF = Fix Date - Intro Date).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Updates bug-proneness weights for modified files/functions.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BUG ARCHAEOLOGIST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  <a:latin typeface="Arial"/>
              </a:defRPr>
            </a:pPr>
            <a:r>
              <a:t>AST Code Quality Analysis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⚙️ Per-Function AST Inspection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Cyclomatic Complexity: Branching logic count (If, For, While, Try).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Nesting Depth: Max AST hierarchy depth within function scope.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Parameter Count: Detects bloated function signatures (&gt; 5 params).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Docstring Detection: Evaluates documentation coverage.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Error-Handling Check: Detects Try/Except blocks protecting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📈 Composite Bug-Proneness Formula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File Bug-Proneness Score: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  Score = (0.4 * Fix Churn) + (0.3 * Avg Complexity) + (0.3 * Total Churn)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Function Bug-Proneness Score: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  Score = (0.5 * Times in Fixes) + (0.3 * Complexity) + (0.2 * Depth)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Repository Health Score (0-100):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  Health = 100 - (Bugs Penalty + High Complexity Penalty)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BUG ARCHAEOLOGIST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⚡ Backend Stack (Python 3.11+)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FastAPI: Async RESTful endpoints &amp; OpenAPI docs.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SQLAlchemy 2.0 (Async): Async ORM database layer.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GitPython: Low-level repository DAG &amp; diff parsing.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Python AST: Native Abstract Syntax Tree traversal.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Pytest Suite: 36/36 unit &amp; integration tests passing (100%).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🎨 Frontend Stack (React 19 + TypeScript)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React 19 &amp; TypeScript 6: Strict type safety &amp;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Vite: HMR &amp; modern ESM bundler.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Tailwind CSS v4: Custom theme tokens &amp; glassmorphism.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Recharts: Interactive area, bar, and pie charts.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Lucide React: Crisp vector iconography.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BUG ARCHAEOLOGIST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  <a:latin typeface="Arial"/>
              </a:defRPr>
            </a:pPr>
            <a:r>
              <a:t>Results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Key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Fully working probabilistic analysis pipeline.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Zero-error TypeScript &amp; Python codebase.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36/36 passing pytest test suite.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Realistic demo repository seeder included for rapid testing.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Blazing fast analysis performance on large git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🚀 Future Roadmap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Multi-Language AST Support (JavaScript/TypeScript, Go, Rust).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AI/LLM-Powered Root Cause Explanations (Gemini API).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GitHub Actions / CI Pipeline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PR Risk Bot: Real-time risk warning comments on pull requests.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